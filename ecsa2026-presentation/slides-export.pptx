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Lock Free, Non-blocking, In Line Processing Architecture</dc:title>
  <dc:subject>## ECSA 2026 Industry Track, Bolzano, Italy
A Lock Free, Non-blocking, In Line Processing Architecture for
High Throughput and Regulatory Compliant Blockchain Trading Applications
</dc:subject>
  <dc:creator/>
  <cp:lastModifiedBy/>
  <cp:revision>1</cp:revision>
  <dcterms:created xsi:type="dcterms:W3CDTF">2026-08-28T09:26:35Z</dcterms:created>
  <dcterms:modified xsi:type="dcterms:W3CDTF">2026-08-28T09:26:35Z</dcterms:modified>
</cp:coreProperties>
</file>